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Mira — built for Nexora PMs/TPMs managing the ABCDE Ltd. AI Adoption Project. Emphasize the real operational problem: 6-9 hours/week lost to manual project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pain: Nexora's lean team manages multiple projects simultaneously. Manual overhead is the enemy of delivery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Mira has 6 specialist agents all within one n8n workflow. The orchestrator classifies intent and routes — no manual switching between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JavaScript pre-computation decision — this was the key fix for T10. Moving counting out of the LLM into deterministic code was an important architectural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T10 fix story — it demonstrates the evaluation loop: find failure → diagnose root cause → fix architecture → retest →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DeepEval 100% pass rate with $0.003 total evaluation cost. Langfuse traces confirm every run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ROI story is compelling — $0.09/month cost vs. hundreds of dollars in PM time saved. This is the business case for scaling Mira across all Nexora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lessons from building Mira — not just what worked, but what broke and why. The T10 fix is the clearest example of the evaluate → find failure → fix → retest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rollout is phased — pilot first, expand after feedback incorporation. Privacy considerations are real given London HQ and GDPR obligations.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numbers — they tell the story. Mira is production-ready for Nexora's PM/TPM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Project Intelligence Assistant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Pvt. Ltd.  |  ABCDE Ltd. AI Adoption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Ranganathan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AI PM/TPM  |  Applied Agentic AI for PMs/TPMs  |  June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 ·  gpt-4o-mini  ·  Google Drive  ·  Langfuse  ·  DeepEval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3-4 hrs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3736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plans from high-level briefs takes 3-4 hours each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hrs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Compiling weekly reports from task boards manually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3520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inconsistently — some projects have none at 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1089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alerts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3520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discovered only in retrospectives, not proactively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PMs/TPMs lose 6-9 hours per week to manual documentation across 3-5 simultaneous projects.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Mira: 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Router/Dispatcher multi-agent system that routes each request to the right specialist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Update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Advisor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n8n Cloud  |  LLM: gpt-4o-mini  |  Data: Google Drive  |  Observability: Langfuse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0020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00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data load + JavaScript pre-processing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05740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19456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intent classifier (orchestrator — gpt-4o-mini)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6517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78892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788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intent → 6 specialist agents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24612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38328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 (observability)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84048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3977640"/>
            <a:ext cx="6400800" cy="45720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plan / risk matrix / report / email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deterministic JavaScript task counting before LLM invocation ensures 100% count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Test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pass 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Fix — T10 Task Count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\n characters in taskboard string prevented accurate LLM row parsing
</a:t>
            </a:r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task counting to JavaScript node — deterministic, always correct
</a:t>
            </a:r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5, In Progress: 3, Blocked: 1 (T024), To Do: 16, Total: 25 ✓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Observability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Results (gpt-4o-mini judge)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Relevancy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Plan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Assessment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Summary (T10)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5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Observability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Connected via HTTP Request node to Langfuse US Cloud (Mira-Capstone project)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 run creates a trace capturing: user input, session ID, workflow metadata, tags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 per run: ~$0.000204 | Total monthly cost per user: ~$0.09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Analysis &amp; ROI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Cost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(10 users × 15 runs/day)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~$0.90/mo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47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8470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2311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6151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3840480" cy="347472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99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user per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9992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931920" cy="438912"/>
          </a:xfrm>
          <a:prstGeom prst="roundRect">
            <a:avLst>
              <a:gd name="adj" fmla="val 1041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996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14996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hrs → 2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149961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3931920" cy="438912"/>
          </a:xfrm>
          <a:prstGeom prst="roundRect">
            <a:avLst>
              <a:gd name="adj" fmla="val 1041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025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2002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 → 2 min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0025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3931920" cy="438912"/>
          </a:xfrm>
          <a:prstGeom prst="roundRect">
            <a:avLst>
              <a:gd name="adj" fmla="val 1041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505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25054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hrs → 2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25054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971800"/>
            <a:ext cx="3931920" cy="438912"/>
          </a:xfrm>
          <a:prstGeom prst="roundRect">
            <a:avLst>
              <a:gd name="adj" fmla="val 10417"/>
            </a:avLst>
          </a:prstGeom>
          <a:solidFill>
            <a:srgbClr val="F0F4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083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(3 tasks)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0083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 hrs → 6 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30083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$75/hr PM rate: Mira saves ~$675/week per PM — a 936x return on $0.09/month infrastructure cost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10789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isn't enough for structured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unreliable at precise CSV counting. Move counting to deterministic code — use LLMs only for formatting and language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039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observability early, not as afterthought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traces revealed routing accuracy and token patterns invisible from outputs alone. Week 1 connection is mandatory in future projects.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matters more than prompt quality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337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\n characters in taskboard data caused more failures than any prompt issue. Validate data format at ingestion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776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39593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the most critical prompt element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2976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vague input tests passed because every agent prompt had an explicit insufficient-input rule. Without guardrails, LLMs fabricate.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&amp; Rollout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5205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pilot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6-8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2-3 volunteer PMs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feedback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Daily Langfuse monitoring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5205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rollout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9-12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10 Nexora PMs/TPMs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834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1-hour onboarding workshop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337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Capability-by-capability rollout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5205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&amp; 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317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Monthly DeepEval re-run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8346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Jira/Trello API 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33756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 on historical projects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Anonymize assignee PII before LLM ingestion  |  Review OpenAI data processing agreement  |  Evaluate Langfuse EU region for GDPR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tests  ·  0 hallucinations  ·  97% time savings  ·  $0.09/user/month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6-9 hours of manual work to under 6 minutes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github.com/venkatranganathan-npv/mira-capstone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 Ranganathan  |  AI PM/TPM, Nexora Pvt. Ltd.  |  June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 — AI-Powered Project Intelligence Assistant</dc:title>
  <dc:subject>PptxGenJS Presentation</dc:subject>
  <dc:creator>Venkat Ranganathan</dc:creator>
  <cp:lastModifiedBy>Venkat Ranganathan</cp:lastModifiedBy>
  <cp:revision>1</cp:revision>
  <dcterms:created xsi:type="dcterms:W3CDTF">2026-06-25T21:16:26Z</dcterms:created>
  <dcterms:modified xsi:type="dcterms:W3CDTF">2026-06-25T21:16:26Z</dcterms:modified>
</cp:coreProperties>
</file>